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275c07903407c" /><Relationship Type="http://schemas.openxmlformats.org/officeDocument/2006/relationships/extended-properties" Target="/docProps/app.xml" Id="R0ea95f1671154f4d" /><Relationship Type="http://schemas.openxmlformats.org/officeDocument/2006/relationships/officeDocument" Target="/ppt/presentation.xml" Id="R17e4f58929a744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80454866e4cfc"/>
  </p:sldMasterIdLst>
  <p:notesMasterIdLst>
    <p:notesMasterId xmlns:r="http://schemas.openxmlformats.org/officeDocument/2006/relationships" r:id="R43e676facf064940"/>
  </p:notesMasterIdLst>
  <p:sldIdLst>
    <p:sldId xmlns:r="http://schemas.openxmlformats.org/officeDocument/2006/relationships" id="256" r:id="Rdd5e950e882f418b"/>
    <p:sldId xmlns:r="http://schemas.openxmlformats.org/officeDocument/2006/relationships" id="257" r:id="R1075c1e798b949f6"/>
    <p:sldId xmlns:r="http://schemas.openxmlformats.org/officeDocument/2006/relationships" id="258" r:id="R7094fd1ee6164ea2"/>
    <p:sldId xmlns:r="http://schemas.openxmlformats.org/officeDocument/2006/relationships" id="259" r:id="R84ac48afeacd437c"/>
    <p:sldId xmlns:r="http://schemas.openxmlformats.org/officeDocument/2006/relationships" id="260" r:id="Ra4c27745cd594c34"/>
    <p:sldId xmlns:r="http://schemas.openxmlformats.org/officeDocument/2006/relationships" id="261" r:id="R112cfed74e5e4e5e"/>
    <p:sldId xmlns:r="http://schemas.openxmlformats.org/officeDocument/2006/relationships" id="262" r:id="R2e0561458afe4a1d"/>
    <p:sldId xmlns:r="http://schemas.openxmlformats.org/officeDocument/2006/relationships" id="263" r:id="R9817210787c04546"/>
    <p:sldId xmlns:r="http://schemas.openxmlformats.org/officeDocument/2006/relationships" id="264" r:id="R1c6b074b4c364f2d"/>
    <p:sldId xmlns:r="http://schemas.openxmlformats.org/officeDocument/2006/relationships" id="265" r:id="Rd061c2930f144f0a"/>
    <p:sldId xmlns:r="http://schemas.openxmlformats.org/officeDocument/2006/relationships" id="266" r:id="R4349ddc4f3d44728"/>
    <p:sldId xmlns:r="http://schemas.openxmlformats.org/officeDocument/2006/relationships" id="267" r:id="R4befb7d5710e438b"/>
    <p:sldId xmlns:r="http://schemas.openxmlformats.org/officeDocument/2006/relationships" id="268" r:id="R096774fd691944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71a1a3052e49f4" /><Relationship Type="http://schemas.openxmlformats.org/officeDocument/2006/relationships/slideMaster" Target="/ppt/slideMasters/slideMaster1.xml" Id="Rb1a80454866e4cfc" /><Relationship Type="http://schemas.openxmlformats.org/officeDocument/2006/relationships/notesMaster" Target="/ppt/notesMasters/notesMaster1.xml" Id="R43e676facf064940" /><Relationship Type="http://schemas.openxmlformats.org/officeDocument/2006/relationships/presProps" Target="/ppt/presProps.xml" Id="R2108967fd753413b" /><Relationship Type="http://schemas.openxmlformats.org/officeDocument/2006/relationships/tableStyles" Target="/ppt/tableStyles.xml" Id="R24b7e6f118084f25" /><Relationship Type="http://schemas.openxmlformats.org/officeDocument/2006/relationships/slide" Target="/ppt/slides/slide1.xml" Id="Rdd5e950e882f418b" /><Relationship Type="http://schemas.openxmlformats.org/officeDocument/2006/relationships/slide" Target="/ppt/slides/slide2.xml" Id="R1075c1e798b949f6" /><Relationship Type="http://schemas.openxmlformats.org/officeDocument/2006/relationships/slide" Target="/ppt/slides/slide3.xml" Id="R7094fd1ee6164ea2" /><Relationship Type="http://schemas.openxmlformats.org/officeDocument/2006/relationships/slide" Target="/ppt/slides/slide4.xml" Id="R84ac48afeacd437c" /><Relationship Type="http://schemas.openxmlformats.org/officeDocument/2006/relationships/slide" Target="/ppt/slides/slide5.xml" Id="Ra4c27745cd594c34" /><Relationship Type="http://schemas.openxmlformats.org/officeDocument/2006/relationships/slide" Target="/ppt/slides/slide6.xml" Id="R112cfed74e5e4e5e" /><Relationship Type="http://schemas.openxmlformats.org/officeDocument/2006/relationships/slide" Target="/ppt/slides/slide7.xml" Id="R2e0561458afe4a1d" /><Relationship Type="http://schemas.openxmlformats.org/officeDocument/2006/relationships/slide" Target="/ppt/slides/slide8.xml" Id="R9817210787c04546" /><Relationship Type="http://schemas.openxmlformats.org/officeDocument/2006/relationships/slide" Target="/ppt/slides/slide9.xml" Id="R1c6b074b4c364f2d" /><Relationship Type="http://schemas.openxmlformats.org/officeDocument/2006/relationships/slide" Target="/ppt/slides/slide10.xml" Id="Rd061c2930f144f0a" /><Relationship Type="http://schemas.openxmlformats.org/officeDocument/2006/relationships/slide" Target="/ppt/slides/slide11.xml" Id="R4349ddc4f3d44728" /><Relationship Type="http://schemas.openxmlformats.org/officeDocument/2006/relationships/slide" Target="/ppt/slides/slide12.xml" Id="R4befb7d5710e438b" /><Relationship Type="http://schemas.openxmlformats.org/officeDocument/2006/relationships/slide" Target="/ppt/slides/slide13.xml" Id="R096774fd6919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7de7f9b61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0f61eddf544c8a" /><Relationship Type="http://schemas.openxmlformats.org/officeDocument/2006/relationships/notesMaster" Target="/ppt/notesMasters/notesMaster1.xml" Id="R792b9e45d05d4f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294f903024736" /><Relationship Type="http://schemas.openxmlformats.org/officeDocument/2006/relationships/notesMaster" Target="/ppt/notesMasters/notesMaster1.xml" Id="R0e0643f64b2944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b82e32135b4930" /><Relationship Type="http://schemas.openxmlformats.org/officeDocument/2006/relationships/notesMaster" Target="/ppt/notesMasters/notesMaster1.xml" Id="R6239d6f6016144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4d91ee8baa45d7" /><Relationship Type="http://schemas.openxmlformats.org/officeDocument/2006/relationships/notesMaster" Target="/ppt/notesMasters/notesMaster1.xml" Id="R025ba9e081aa45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fdb0967bac45b4" /><Relationship Type="http://schemas.openxmlformats.org/officeDocument/2006/relationships/notesMaster" Target="/ppt/notesMasters/notesMaster1.xml" Id="Rcae0cd6306ae4d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be6d73ffca45e7" /><Relationship Type="http://schemas.openxmlformats.org/officeDocument/2006/relationships/notesMaster" Target="/ppt/notesMasters/notesMaster1.xml" Id="R2de53a92076d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fde230ea084275" /><Relationship Type="http://schemas.openxmlformats.org/officeDocument/2006/relationships/notesMaster" Target="/ppt/notesMasters/notesMaster1.xml" Id="R8a459bd03c43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003db5de794bcf" /><Relationship Type="http://schemas.openxmlformats.org/officeDocument/2006/relationships/notesMaster" Target="/ppt/notesMasters/notesMaster1.xml" Id="Rb9c3f79c81fe4b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f3132b4d79478a" /><Relationship Type="http://schemas.openxmlformats.org/officeDocument/2006/relationships/notesMaster" Target="/ppt/notesMasters/notesMaster1.xml" Id="R50574de3d86249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b11991fea24e87" /><Relationship Type="http://schemas.openxmlformats.org/officeDocument/2006/relationships/notesMaster" Target="/ppt/notesMasters/notesMaster1.xml" Id="R8dc442d060b948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30b5f914ef4689" /><Relationship Type="http://schemas.openxmlformats.org/officeDocument/2006/relationships/notesMaster" Target="/ppt/notesMasters/notesMaster1.xml" Id="Rf8251a7cf61b4c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a13708d914b6e" /><Relationship Type="http://schemas.openxmlformats.org/officeDocument/2006/relationships/notesMaster" Target="/ppt/notesMasters/notesMaster1.xml" Id="R35703d57a96749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d2444faa764dd1" /><Relationship Type="http://schemas.openxmlformats.org/officeDocument/2006/relationships/notesMaster" Target="/ppt/notesMasters/notesMaster1.xml" Id="R48d71270be0e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cc07fd41b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59d6b6429d4fb2" /><Relationship Type="http://schemas.openxmlformats.org/officeDocument/2006/relationships/slideLayout" Target="/ppt/slideLayouts/slideLayout1.xml" Id="R9cbc9535b842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bc9535b842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ea7b47cfd4cc2" /><Relationship Type="http://schemas.openxmlformats.org/officeDocument/2006/relationships/notesSlide" Target="/ppt/notesSlides/notesSlide1.xml" Id="R8f5b781902e344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44d15318740e8" /><Relationship Type="http://schemas.openxmlformats.org/officeDocument/2006/relationships/notesSlide" Target="/ppt/notesSlides/notesSlide2.xml" Id="R0814b99fdb8d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653f343d5409f" /><Relationship Type="http://schemas.openxmlformats.org/officeDocument/2006/relationships/notesSlide" Target="/ppt/notesSlides/notesSlide3.xml" Id="R404449f986844b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6a22204249bc" /><Relationship Type="http://schemas.openxmlformats.org/officeDocument/2006/relationships/notesSlide" Target="/ppt/notesSlides/notesSlide4.xml" Id="R9c5a91c63d944c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b830243f4a1b" /><Relationship Type="http://schemas.openxmlformats.org/officeDocument/2006/relationships/notesSlide" Target="/ppt/notesSlides/notesSlide5.xml" Id="R88604af09fca46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c42054deb4dcb" /><Relationship Type="http://schemas.openxmlformats.org/officeDocument/2006/relationships/notesSlide" Target="/ppt/notesSlides/notesSlide6.xml" Id="R804f4d1ef3494a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e8076474e4cb3" /><Relationship Type="http://schemas.openxmlformats.org/officeDocument/2006/relationships/notesSlide" Target="/ppt/notesSlides/notesSlide7.xml" Id="R9931a181f2cc4e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b930fa1ae4a6e" /><Relationship Type="http://schemas.openxmlformats.org/officeDocument/2006/relationships/notesSlide" Target="/ppt/notesSlides/notesSlide8.xml" Id="Rdae6fef24bac45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16c649c0a4e50" /><Relationship Type="http://schemas.openxmlformats.org/officeDocument/2006/relationships/notesSlide" Target="/ppt/notesSlides/notesSlide9.xml" Id="R25f802d9479444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891e3e61d43ce" /><Relationship Type="http://schemas.openxmlformats.org/officeDocument/2006/relationships/notesSlide" Target="/ppt/notesSlides/notesSlide10.xml" Id="Re578ca65d5e947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2d0be8651408e" /><Relationship Type="http://schemas.openxmlformats.org/officeDocument/2006/relationships/notesSlide" Target="/ppt/notesSlides/notesSlide11.xml" Id="R778d0260be324e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46aa4a917478d" /><Relationship Type="http://schemas.openxmlformats.org/officeDocument/2006/relationships/notesSlide" Target="/ppt/notesSlides/notesSlide12.xml" Id="Rd696ef40411c4a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b1e5afe344622" /><Relationship Type="http://schemas.openxmlformats.org/officeDocument/2006/relationships/notesSlide" Target="/ppt/notesSlides/notesSlide13.xml" Id="Rac15b51814ab4e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7C9DFD-7D23-4761-A354-CC546CB2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A"/>
          </a:solidFill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DA02E-540C-4DBF-B622-927BFFB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667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EEA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712F3-9210-4125-A963-149EA0E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3400"/>
            <a:ext cx="1676400" cy="1676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BB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2B347-73B3-49E0-B60E-3BFA687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3D4B-FA6A-406A-8195-418F3689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Audience-Driven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Battle Royale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4AA4D-A759-4F7C-8DC0-C0CFF627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9FFF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9FFF9"/>
                </a:solidFill>
                <a:latin typeface="Malgun Gothic"/>
                <a:ea typeface="Malgun Gothic"/>
                <a:cs typeface="Malgun Gothic"/>
              </a:rPr>
              <a:t>모바일 관객 입력을 Unreal 전장으로 연결하는 실시간 해커톤 데모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32EE2-1AC2-459E-B52E-AF717198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8D71F-82D3-41C4-903B-B111E4F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Battle Royale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3AB4A-823F-4683-BD89-2FE5FBA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8624D-AD4A-4A67-AE12-24C3E76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Mobile Web 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DCE81-C535-4BF9-B53F-1C875F01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862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7A104-5624-482C-A145-0EA39476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43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Unreal PlayWorld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EDE51-D4F7-422C-878C-1EE7C16C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FFAF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CFFAFE"/>
                </a:solidFill>
                <a:latin typeface="Malgun Gothic"/>
                <a:ea typeface="Malgun Gothic"/>
                <a:cs typeface="Malgun Gothic"/>
              </a:rPr>
              <a:t>발표 핵심: 스마트폰은 컨트롤러, Backend는 라우터, Unreal은 권위 있는 시뮬레이션.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D1694-B685-47CC-8623-E8B9F780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632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CBB85-5FF5-40B0-B0C1-FCA0543E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F685F-C1EB-4FD0-9BBD-EC5A637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MiMi가 발표에서 보여주는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F1E9-CFF7-49B8-B0F3-E1596BD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2F93E-05F0-44F4-A0DA-DD67F3E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D718B-5A1B-445D-980F-06344D16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23620-DB85-4506-8AE1-5A18CD24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스마트폰으로 접속한 관객이 실제 플레이어가 되고, Unreal Battle Royale 안에서 이동·생존·탈락이 실시간으로 반영된다.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07F24-309C-44C3-8EC6-B246AD6E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80AAF-7104-4089-842E-06037373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05986-F939-4970-9370-DD5D99D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관객 참여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3FA41-65FF-4966-89F8-A4A040BF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914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QR/URL로 모바일 브라우저에 접속하고 닉네임으로 참가한다. 별도 앱 설치 없이 조이스틱 입력을 보낸다.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002C7-E3D7-4D7A-8921-B7C7FC5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A8797-6C7A-4205-88A0-FFFEE42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81F2E-3B9E-4F04-8EAE-5287ED9F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실시간 전장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A1EA0-7689-4C86-B1B0-02ACB2B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914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Unreal PlayWorld가 플레이어, 봇, 안전지대, 보급품, 데미지, 미니맵을 처리한다.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8F211-A4B4-49F6-B0A1-07A5B97C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237A3-8ABD-4707-9FC5-0140B504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A27DB-3DA9-4721-917F-2D90667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발표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8481F-08A9-4DA4-9809-B143397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914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ColorBlock은 제외한다. 발표 시나리오와 기술 설명은 Battle Royale 단일 모드에만 집중한다.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2A002-3CC9-4786-9846-4C7BC147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한 줄로 말하면: “관객의 휴대폰 입력이 곧 Battle Royale 캐릭터의 의도가 되는 시스템”이다.</a:t>
            </a:r>
          </a:p>
        </p:txBody>
      </p:sp>
    </p:spTree>
    <p:extLst>
      <p:ext uri="{BB962C8B-B14F-4D97-AF65-F5344CB8AC3E}">
        <p14:creationId xmlns:p14="http://schemas.microsoft.com/office/powerpoint/2010/main" val="427665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29FAE-731A-4FBF-B530-575B3D3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DEMO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F17EF-D638-4D0E-85C6-BE01F6FE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발표 때 관객이 보게 되는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AD25F-B0C2-422A-8B95-42E596FB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33E4D-A3A7-4E91-B320-510F1E3A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D51F1-8C64-460C-8288-F929CE1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A63CD-CD2B-4A64-A560-6660092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695450" cy="2381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188A5-516D-4C51-9980-697515BA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64B15-9D04-405D-B8A5-0FE3081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D4BB7-11EF-4A2C-8CE5-D19093B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Host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0232-5535-4DB0-B51B-7C1F298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QR/터널 URL을 띄우고 참가를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4EC64-A2DF-4DCC-B832-D4471C1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28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23613-E69D-4EA5-9E2A-17B831D0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BD54C-8C85-4565-BFE4-3BCF9D9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38300"/>
            <a:ext cx="1695450" cy="2381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D9376-3F2B-4B77-A6D3-69D7E19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F5F98-B55D-4EBC-AD83-039A024B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1730F-05BA-47F7-949C-1BD6FE6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81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Mobile 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6A899-CBA5-4AC7-B98F-12D4CBB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닉네임 입력 후 모바일 컨트롤러 진입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0B86A-CB78-48B8-8CF0-61B4A0D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28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07591-66AD-4FCF-B015-E67C5B9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2C63A-2E78-49E9-AFD4-57B4207C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1695450" cy="2381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9E6D9-0BDD-4107-B54A-C4CD8BB4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46446-7E90-4AF1-B0D2-9042564D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0D0D2-BB09-4076-836A-99BEF51C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Start Game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39CDC-AC16-4DEB-9A39-C6345A7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호스트가 Playing 상태로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CFDD9-AA57-488A-A67D-207AE0D8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28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3BC9C-F259-4108-A483-75AC2D3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BE8D2-A740-4A44-A8A1-5F762C1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38300"/>
            <a:ext cx="1695450" cy="2381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CB4F6-5F6E-4AF2-8196-FD3A8385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0BDCD-6212-47D2-B1D0-BF9DD68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C88ED-CA8F-4B8A-820F-D702F9D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Input Stream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3AA1A4-8C4C-4459-8A32-EDA9DD5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moveX/moveY를 100ms 간격으로 전송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1A66F-B3CE-44AC-8390-FACB6CE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28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BA142-8DF6-42C0-B4D0-ED4341D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4852E6-9D71-4569-93EE-6CE87C3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1695450" cy="2381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56F9A2-956A-4D1E-A919-5ED520E6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76044-DC9E-4244-A7A9-B92C50F8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96D036-6D81-48CB-BAEA-915A8608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Unreal Sim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C899C-02E8-433E-9F61-FE7D1EC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캐릭터 이동, 전투, 안전지대, 데미지 처리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3A0420-52A4-4DFF-B07C-67F8803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28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F27CE9-80AB-4355-9583-9C16EB3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FEE988-D93E-4EFC-B52C-3BE845D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38300"/>
            <a:ext cx="1695450" cy="2381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0EC1A7-C8E0-42ED-BE41-E4FB022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B8A9F8-067E-452E-849D-86DC6428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13EA16-4B00-444D-A3D5-D29F64D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World State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42A631-F6F5-413D-9234-578F14DC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718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위치/HP/생존 상태가 다시 대시보드와 모바일에 반영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B839B4-BD6A-450C-BB99-7E6405D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9296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4CD6FC-4D39-4AB1-B5BB-6DCB37C8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38700"/>
            <a:ext cx="872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핵심: Backend는 “입력 의도”를 빠르게 중계하고, Unreal은 “세계의 결과”를 authoritative state로 돌려준다.</a:t>
            </a:r>
          </a:p>
        </p:txBody>
      </p:sp>
    </p:spTree>
    <p:extLst>
      <p:ext uri="{BB962C8B-B14F-4D97-AF65-F5344CB8AC3E}">
        <p14:creationId xmlns:p14="http://schemas.microsoft.com/office/powerpoint/2010/main" val="826305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ED432-96C4-4AFA-BCB3-42BC82E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A1D55-59C4-473D-8DC2-22EDDCCA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시스템 조합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95CB9-023F-4163-B265-6C545EC8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1BE7C-7B4F-4098-A0EE-191086E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2CF17-8BEC-4146-B79F-ADDBE6E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B5871-9BE6-4B85-B1FD-766FD61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06CA5-9DAA-46AA-87BD-68C6ECB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AB57F-4003-48E1-B6BE-E0ADC31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Mobile Web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870FC-7097-43C3-9BFD-43CB89DC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join / moveInput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476B5-0FC1-434C-8F32-0CF4885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252DD-431D-428D-8A2D-940233EB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F6B66-A18D-4F30-8CC8-072F6F7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Host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C2CFA-562C-4129-987D-4565CD7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QR / start /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4C032-5ACE-4264-B2AC-FC703206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B94DF-BE30-4C6B-BC85-99C542C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66B26-4728-4D61-BD6C-EBC419E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242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Backend Server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localhost:3000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655B5-E514-45B2-B983-C0A5DC1F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WebSocket + HTTP 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D4FD-F37A-413D-A304-57439C4D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9C808-72D2-4606-BEFE-AFAD0C2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5797F-2F7E-4994-9A1A-084F4841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Unreal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PlayWorld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6B665-27C9-4324-8EA5-140B1FE9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/ws/unreal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F859D-1CEC-4255-903D-2816B9E6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0ED8B-E815-4AFB-B226-CD5C9A92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656E9-43E8-4366-B4E5-274D007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Shared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C655B-7459-423E-BD7E-168E389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05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schemas / message names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4BDB5-19DE-4348-AEE8-C7D409C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4410F-A0D0-483D-9F73-3AB0495E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86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87C9D-3FBA-4EF5-9ABE-D5692FC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5770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E5924B-85A5-4B57-8921-E5694CD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400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88ACB-74D9-4A08-91AF-421F0663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D84235-2D80-4183-BFE8-4C371BC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41C3D1-CE71-457B-89DB-5B91C38B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F5620C-0A32-4C4A-BE27-C01A5FC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81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00AD3-2B2E-43C0-B7D9-195598C4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주요 이벤트/엔드포인트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9EC4E-7301-41CD-A8BD-21AE985E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`moveInput` → `inputsUpdated` → Unreal 적용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`worldState` → 위치/HP/생존 상태 재동기화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`gameStateChanged` → Playing에서 Battle Royale 시작</a:t>
            </a:r>
          </a:p>
        </p:txBody>
      </p:sp>
    </p:spTree>
    <p:extLst>
      <p:ext uri="{BB962C8B-B14F-4D97-AF65-F5344CB8AC3E}">
        <p14:creationId xmlns:p14="http://schemas.microsoft.com/office/powerpoint/2010/main" val="559155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4487C-9D7C-4B9A-99FF-965F61DC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BATTLE ROYALE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73B82-90E6-44C9-B5BD-94909E9C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게임 모드는 단 하나: 생존 전장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451E2-099F-4EDE-ADBE-DBF34CBE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C6925-7238-462D-BBD7-EE7A3DE1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4805B-7E1A-450F-9D91-4B4BD21C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57978-2AF5-4C47-9BC7-D6138101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47625">
            <a:solidFill>
              <a:srgbClr val="5EEA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6A61B-D42A-4D2E-9E69-F7B7900F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1981200" cy="1981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BBF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3F848-E64C-45A1-8230-4BE0A349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762B3-2853-4B88-883E-35261BE0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6230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Safe Zone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Phases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1E18C-A3E7-433A-8034-53FE0A06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B7429-AC8B-4A88-9634-980C7542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9C0F2-09EE-4560-90ED-88F109A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C3FB9-1AAE-460F-B81F-7A9D7E6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15초 워밍업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F4278-84BF-4EA3-944B-44725D94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게임 시작 직후 전장 진입 시간을 주고, 이후 Phase 1이 시작된다.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D6E05-EC67-4BBC-8B19-150256B4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B9F55-7227-4C2E-BD97-141F556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7AE49-1DC2-416E-BDE8-2BE2466D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027DE-0336-49AD-8B91-F1B90980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최대 4개 안전지대 페이즈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27602-567C-4293-9D97-A6E0F3D1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PhaseDuration/PhaseCount를 Details 패널에서 조정한다.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66BC8-0438-453F-881E-EE824482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8E871-647B-47A1-B028-3C009943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38AE4-D0C1-4626-B525-86EDEFFB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00029-1587-433F-B32B-1E72180D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보급품과 장비 효과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1F8F2-7608-4789-AD60-5889764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624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페이즈마다 보급품을 생성하고 이동 속도/공격력/사거리 효과를 누적한다.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668C5-2F75-43FD-B777-AA7D9C36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58D6B-DAE3-48A9-B039-592554AA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6DCCD-3605-4504-82EC-73D02C20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20CFA-3B6F-4BEC-811F-8FAF0F7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존 데미지와 탈락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30236-0CC3-43ED-8BEB-1E43AF6C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안전지대 밖 플레이어에게 페이즈별 데미지를 적용하고 HP/생존 상태를 관리한다.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8AEFD-A7FA-4B1E-B5F7-99E29AD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6E750-E492-45DE-93C5-9F0829BC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ColorBlock excluded</a:t>
            </a:r>
          </a:p>
        </p:txBody>
      </p:sp>
    </p:spTree>
    <p:extLst>
      <p:ext uri="{BB962C8B-B14F-4D97-AF65-F5344CB8AC3E}">
        <p14:creationId xmlns:p14="http://schemas.microsoft.com/office/powerpoint/2010/main" val="1823022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453C8-9240-4D47-BDF8-48D1438A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INPUT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67351-4199-4F52-BC52-6F39BBBF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왜 이동을 “입력값”으로 처리하는가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65322-7676-4A6E-B272-1F033654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4D726-0DE1-4D25-B527-D9992C1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DFEA5-F14D-4817-8D11-A3614230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06C29-5D99-4B23-AFF8-D58FA600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모바일은 캐릭터의 위치를 보내지 않는다. `moveX`, `moveY`라는 의도값만 보내고, 실제 위치·충돌·데미지는 Unreal이 계산한다.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87E92-D054-400D-AFB7-9C3B8153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7C90E-9F43-4D16-B698-02D68B7E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E085B-B82C-4436-9F43-21B3ABDE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권위 있는 시뮬레이션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B4CC5-5B44-43A8-B2BC-35623476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텔레포트성 위치 조작을 막고 Unreal 물리/충돌/HP가 최종 결과를 가진다.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3E2D6-A18F-456A-938E-944DCDE0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CE3A4-93D2-40B9-A475-B51F63D9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97231-0B3F-4EF5-AA87-E568AB8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지연에 강함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46E36-0A32-4487-AA8B-4324E20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조이스틱 벡터는 짧게 끊겨도 다음 입력으로 자연스럽게 보정된다.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DE30D-F19A-484C-9E03-8C70CFC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C3EAF-7D64-4619-A590-0327F04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BD2AE-4F92-453B-88EB-4F7EC57F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낮은 대역폭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79608-3124-41D7-850C-A2AD05F2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Transform 전체가 아니라 두 축 값과 상태만 주고받으면 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69A0C-858E-4E88-8081-8F20D34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0107B-633D-45CE-BDD3-AC95858E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5B1E2-9C2F-4412-B0B5-74B47FF6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확장 가능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AA26C-75D0-4A0D-ACB8-AE32423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사람, 봇, 향후 AI가 같은 입력 인터페이스를 쓸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6441D-74C8-4F12-992A-ADFB7612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A6CAC-650B-45D9-8906-6212CD5B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1512C-BBC0-472E-B917-8172CF1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폴백 가능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ACD26-18E0-43A5-A35A-30C5295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Unreal worldState가 없을 때는 서버 프리뷰로 대시보드를 계속 움직일 수 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BEC73-902C-459A-883E-981D0756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3714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52739-E82F-488A-900B-40A68819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입력값 → Unreal 시뮬레이션 → worldState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C65B0-3AA4-429D-B42B-50CC8C7C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20A77-D966-4CCE-83FE-E618C23B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모바일은 캐릭터의 위치를 보내지 않는다. `moveX`, `moveY`라는 의도값만 보내고, 실제 위치·충돌·데미지는 Unreal이 계산한다.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464C2-2054-40E2-9643-ABA474C4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D404F-B3F8-4E3A-A877-217ECE85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Mobile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4CEA6-A250-4F10-91C4-F3D310F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조이스틱 벡터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EB63BE-3053-4393-A78C-3C2A88D9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733D5-5B84-4C2A-A3DB-BC60729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71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6F5635-54F7-472A-8452-A578B1C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288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F6ECB9-3A49-4B62-951F-412E0E08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613C6D-356A-44DF-9566-8907DCAC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입력 라우팅/브로드캐스트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78E0B9-AE11-4C7B-8AFA-01EC94DA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7252C-3072-4E15-80EB-EA79FA4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2E9226-46EE-4C3A-8C60-E4F5512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288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A48A33-9148-48C0-B017-F9D9FB4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Unreal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B37CC8-39C8-4734-96A9-000C5814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권위 있는 시뮬레이션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5C286C-E6D4-42F8-B8B9-8CF435D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066BEE-7AB5-4D3D-8762-ECB73A16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D9E4A8-8037-48E1-A9D9-79B58E0B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28850"/>
            <a:ext cx="1181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AD5B9D-69B4-4426-84C7-2A8ED746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003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46604E-60FE-49F4-AF90-0ECEEBDC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860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worldState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1F9E20-EB2B-431E-9543-A47C8E8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238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E312FC-6714-4592-A873-95FF54E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62E061-5BD3-4B46-A986-FA9CCC0F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권위 있는 시뮬레이션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E957E2-5B04-4E33-8C65-76576E3E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클라이언트 위치 조작을 막고 Unreal 물리/충돌/HP가 최종 결과를 가진다.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E89BFB-9DA2-4FD4-867B-D7FCFF86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38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A60D6D-86EA-4131-8C7D-3B55189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67D98D-41CF-4140-99B5-41FADB51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지연에 강함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D25074-5491-47B2-826C-47E3A79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벡터 입력은 짧게 끊겨도 다음 입력으로 자연스럽게 보정된다.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1FD888-CEBC-4C7C-A5E9-97458157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43300"/>
            <a:ext cx="3238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BB1FFF-8BED-45B8-8779-0529C5A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433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859751-E920-4C30-B22E-9116D17E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낮은 대역폭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E414AD-1A6D-4A23-B7AD-E684863F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Transform 전체 대신 두 축 값과 상태만 주고받는다.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D3BFED-65BA-48BF-9CB1-0489BB36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3714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BA573C-21E9-443D-87E0-06575ED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A93E39-3CC5-4D04-9D62-5B2572F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720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확장 가능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913407-02D8-465E-9500-E809752B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768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사람, 봇, 향후 AI가 같은 입력 인터페이스를 쓸 수 있다.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19CC8C-2D95-4FA8-BA87-DC8A4B00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3714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61D662-9208-4A6B-8CF4-12A271FE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82FF9A-5468-4C49-959A-CF214C2D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720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폴백 가능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A3D329-5FB4-4808-AF34-3CF28DC4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768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Unreal worldState가 없을 때는 서버 프리뷰로 대시보드를 계속 움직일 수 있다.</a:t>
            </a:r>
          </a:p>
        </p:txBody>
      </p:sp>
    </p:spTree>
    <p:extLst>
      <p:ext uri="{BB962C8B-B14F-4D97-AF65-F5344CB8AC3E}">
        <p14:creationId xmlns:p14="http://schemas.microsoft.com/office/powerpoint/2010/main" val="1795905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51107-53F6-4562-B1FD-DF1C90C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TRANSFORM SAMPLE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167AD-68EE-4755-8CE1-F88C22F5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A/B Transform만 받으면 곡선 이동 정보가 사라진다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FE2EF-E6EC-4222-BAE8-11809FB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프레임 N의 위치 A와 프레임 N+1의 위치 B만 들어오면, 수신자는 A→B 변위만 본다. 실제 이동이 곡선이었는지, 중간에 방향을 바꿨는지는 알 수 없다.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5C5FE-283C-483C-98C3-676FAFCE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7E3F4-1845-4C64-9062-9273EC1B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같은 A와 B, 서로 다른 실제 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D1871-0683-4098-9B4E-F867B708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Transform 샘플은 끝점만 남기고 중간 경로를 버린다.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B0E65-1BBC-4EFF-981B-5F1A583B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42909-C036-49FE-872C-662CFD6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90906-02AC-487F-95EC-3157C2C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110834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A5541-FA42-4522-8A3E-448DD616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29000"/>
            <a:ext cx="1073751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57391-BD34-4984-BABC-FC8E66D3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122157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E06CF-7A3B-4D03-997D-E8542F7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95600"/>
            <a:ext cx="126277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FABDC-1FD8-4DFB-BE29-E70A5D8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B0832-9EBA-46CF-A38F-30013F3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52800"/>
            <a:ext cx="2155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A4EC2-B313-4C4E-9491-DF327AD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05200"/>
            <a:ext cx="2155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ED220-3CF6-47EC-BB76-6D39CBEB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83F27-2235-4F5F-BFEA-15663D3E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2155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62BCA-99DC-42D8-A32C-3820DA4A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2155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39625-74BC-4B42-89DC-36D281F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B2BF2-C4BB-4523-AD76-2809F56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2155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0034DE-2E67-466C-AD81-EF63E42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2155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0473F-ECA5-465F-830E-159943DC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41570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86C21-7EA2-4CCB-ABC2-BBFAAE6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670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217A9-5EF6-4145-965F-933D0BB3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2DD60-314D-4704-8D23-6A68985F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148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F653E-85FC-4CC0-BA87-06E0B7FE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CED9D-7E8E-41D9-9FF0-7EBF225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575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E05EF-0EA0-4345-865A-F13FD2BC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2571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F4E9F-1500-4E79-B8F2-D4B6242B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96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수신자가 보는 것: A→B 직선 변위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A0FF68-1AFC-4E5F-98C5-5E70D6B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6230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FC6D6-2D04-4B91-8F6B-D8EDF20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28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실제였을 수 있는 곡선 경로는 손실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EF1D4-AA85-4FCC-8E3A-5FC06C0D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953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F98AE2-387F-410B-92A4-8AF512D4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4610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A/B만으로는 “중간에 어떻게 움직였는지”를 복원할 수 없다.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294D8F-948F-49C3-A7D8-9A62938B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4438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9715D6-CEF2-45B5-BD73-D1ED4D3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57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그래서 입력 기준으로 처리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5C8096-9339-4CD3-8EBC-F6221015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3638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0FDE3-3EFF-4855-8C05-DCD9737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D291EC-1230-4F44-9B7F-A017685F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1. Transform은 결과 샘플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B97F99-B5ED-4603-B061-0091FD3C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A와 B는 이미 계산된 위치다. 샘플 사이의 곡률과 방향 변화는 빠져 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859BD3-DFE1-405E-AB41-DE72F6A5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3638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5389B1-9BCA-4F60-93CC-087E34F6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6B66A6-0AC3-4631-AC2A-52BF929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338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2. 입력은 원인 데이터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6D0913-947D-4BB3-ABFA-5F2C1E40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moveX/moveY는 플레이어가 어느 방향으로 움직이고 싶었는지를 시간 순서로 남긴다.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6EF9EF-98FC-4E38-BEA0-2E0503DF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3638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91EC79-C0C6-4493-9CCD-556302D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결론: 위치가 아니라 입력 의도를 보내고,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Unreal이 충돌/속도/곡선을 계산한다.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659BB-AC60-4211-B807-4A1D863E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D44FC1-757C-40FA-9264-7512B17C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7EB14E-BDE4-4935-A0D9-F39A4283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4367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265A3-8323-4F13-983E-79D1B41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15F7C-19A3-4B90-878D-3C5981F2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런타임에서 오가는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1DC79-1EC7-4D95-8B7F-9CFFB4B5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F492A-1AA5-43F7-B817-F6D87C59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2C1F6-EAF4-448C-8EA2-50A47A6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04AD1-D52F-4AB7-B8A1-3A4E554C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5CDF9-0DEF-4C9F-99B9-1F5B24DC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5F696-DE3D-43A6-89B8-8C8E377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621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9EED0-3F86-4E71-90A9-0B621F4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66875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메시지/엔드포인트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E5BE3-6D91-4088-A0F1-209D9F11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621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0E1CC-7ECE-4AC3-83E9-B2072C03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6687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필드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254C8-D8F2-4DCB-8139-9FD80D2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BF5CA-144B-432C-873F-1270ABCB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668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소비자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37D42-C7DF-42D5-807C-DB439711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D56D2-9021-410F-8E09-9A47BC8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Mobile →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4A63C-FC96-46D6-8D61-DC5B29C9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812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85631-1C65-4C63-AD43-ADA8605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moveInput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80288-EA91-4C4C-9400-CF6AFE19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812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7A1B9-0C7E-4580-9929-C15FD976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52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moveX, moveY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7EA00-B7FB-4EF1-9A3D-E47BEAD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812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760C7-8AB3-44D5-BA4A-5997F0F3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526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Backend, Host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C6489-EB41-44EE-B31D-9A0B6315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8FA66-9095-47F1-A902-9E71FC7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Backend → Unreal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8C671-8B56-44F0-8E8E-B21E9BDD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A6A57-A9C9-4113-9EFD-60F903DB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inputsUpdated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063E2-8FFB-4C88-B42E-EAF8725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479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C0A99-6519-4C89-8BCD-744BFFE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194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playerId, moveX, moveY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B7B64-4C96-42AC-834C-E3E0BA30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FC5F0-545F-4EA8-82D6-ECD30906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194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ControllerInputPollingBridge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FEDBB-5A64-4647-9F3B-7D45F1D5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00F09-B41A-439D-8CD9-44786132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Unreal → Backend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0E75B-8165-472E-8140-74CB1F92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338E6-1C77-4071-AED8-EB3F576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worldState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8F0239-EC70-4B8B-8B31-A416D6B5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1E1CBB-A542-403F-9E8E-F395A976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861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worldX, worldY, hp, alive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B57E5-0144-447E-AF3A-CDD48DD3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DF3EDD-62AA-4A7F-8996-1D45459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Host, Mobile minimap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1D3D52-7967-43FD-B930-725E175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000FEE-A31C-4F5F-8852-477FCAF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Backend → 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66EBAF-FC8A-4A33-9A22-822D959E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814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053546-3300-4BA0-86CD-48998A00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529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gameStateChanged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74246-307E-449D-A1B7-0A71798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264279-FF16-4F00-A0A5-27BC97B8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529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gameState, players, shopItems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824C89-1C30-445A-8D32-CC76BF4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A89AB-94DC-4F77-8D91-E87C85E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529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Host, Mobile, Unreal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E021B0-B858-4E3E-AA7B-919E7F59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45E17A-0F09-464F-AE20-A723B89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Shared contract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C9C947-0985-4F3A-98A8-85CE31CB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482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F9AC47-864F-47C2-A64B-60D73EF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196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controller.input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78A933-1F81-4F36-95E8-43474122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482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0D80C7-BA97-4ED7-A746-1CAAA8BD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9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inputType, action, value, sequence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1E5E2C-5D66-40A6-A4FA-98C42E4E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482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105AC0-108B-48DD-8C49-AB799BDF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196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future standardized protocol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2ED107-3D67-413F-8F1F-624D071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원칙: 런타임별 편의 때문에 메시지 이름/필드를 사적으로 바꾸지 않고, 런타임 adapter edge에서 맞춘다.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18984F-7361-4158-8F09-0446585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A81C72-DB8A-43B1-B73D-4D87F4CF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5903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376A3-7DFB-44F9-8B7A-4B3FD666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ASSEMBLY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BD2D3-13AB-47A6-AB94-7BDCD94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개발자가 현재 시스템을 조합하는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650A8-C7A8-4222-A9C7-4BB5416B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2983A-BD89-4E04-A994-14E39B94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14FAD-49A6-4CBF-AB19-E4D9191F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597F3-ED1A-4276-9C5F-35012CF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238500" cy="3733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B5487-15DF-42E1-B47F-26E0060D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0585F-23F9-411A-BF02-7DCE4CAA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Backend / 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BF4A9-9AE1-4ABF-890E-2E823265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86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8246B-BF71-411E-9016-CF448C7F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2D943-F2D9-4236-AE8E-AC305D7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57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localhost:3000 서버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9FDC3-7A39-4E59-8CAF-65315D9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78C3-C488-489B-875C-FDB2A5AC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29B64-C69C-4191-ADE3-C43051E5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host.html에서 QR/URL 제공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13D6D-F292-4DF8-97F9-8D56207B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F123B-B488-4BBA-8286-6B7F58B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55FE9-51ED-4BF8-AA47-E008E381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join, shop, vote, start/reset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CF8CD-110F-41C0-BF50-6A5700D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0D292-C1F9-4851-A949-7B9AE67E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99ECC-D91F-4E7B-8E6E-EE4C5519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/ws/unreal 및 HTTP API로 Unreal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1B491-527B-45B2-9250-364D361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238500" cy="3733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8906F-376A-4CFC-A074-17BB906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9A308-62EE-485B-B9AB-3EB52C7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Unreal PlayWorld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501092-7CB6-4732-8137-EC278FE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86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4D4A7-C8DD-439F-B0A7-FEA0FA29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2AD99-A82E-4D26-8BCC-15BB20C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ControllerInputPollingBridge 배치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43381-0D81-43CA-B4D8-F245945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76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A547C-9FF8-4B40-8B9D-C3FF0C3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14D5D-2497-4F53-8539-C4229CF6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ServerBaseUrl = http://localhost:3000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CE787-A9C8-4092-99D9-7238F2C7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5C2F58-ED02-4551-BB7A-961577D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A0262-4406-4636-BAA8-A04EA9AF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38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BattleRoyaleSettings 조정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72807-9E6C-40E3-8C62-3D938578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57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08E0F-7A62-45E5-A864-393BF151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1E5DC0-DCFF-4691-9403-B49A2C9F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29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ShowdownBattleRoyaleSubsystem이 전장 규칙 실행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9DFD-1F94-4B45-AC29-F55B13C4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3238500" cy="3733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6A068-0C37-4298-88AD-1CC44F0B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CD67A-2991-43EB-B2D2-110648BA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Shared / 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F75F7A-16CF-4C46-B1A1-0DC21D4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86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BFDE8E-72BE-4BC4-9617-E7B8320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A1E877-97E7-433A-A9B8-2B23196E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WebSocketMessages.md로 계약 확인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DCCB6E-1285-45C9-A5A3-4D570D7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76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CBEB6B-7271-4FA2-8591-20246DD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2CA286-0B76-4478-8C55-2414074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ControllerInput schema 기준 유지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380B35-89BE-4EF4-9AB6-2878B78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2E04D5-D576-41EC-B3D7-71B71832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907241-068D-4AA8-897D-FD19C93F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Emote/VFX2D assets는 런타임 trigger와 연결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B0546D-9ACE-4C0C-89FB-11F072E0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AE9962-B381-4DB7-AB72-CA0E11D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0DCFF7-B15D-483A-928C-BD788F82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29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모든 신규 메시지는 shared에 먼저 기록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C694DA-76E9-44FA-9D06-4501054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실행 순서: 서버 실행 → 대시보드 확인 → Unreal PIE → 모바일 참가 → Host Start Game.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ED7BFF-FE13-4054-A883-5FB499D3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10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BFCA4-0F77-4E5C-BA05-EBC7AD8C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BR Subsystem이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전장 규칙 실행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CCBC37-F508-4E24-B66F-7E8B0520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4E4601-2791-4F6C-B32A-CDFBB63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3245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00855-BDBF-4161-9DD6-2B97C98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HOST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914E2-548E-4750-B1A7-E1658090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발표자가 조작하는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94524-6F54-458D-A71A-C85C3D94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A1C09-7727-466C-8AF3-98243D7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132B2-1A5E-4E3F-9951-38336E0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AD86B-7D07-43AD-A9D7-70B33FD9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0675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C88AD-DFF9-4A1B-BC5F-6449018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Dashboard screenshot unavailable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(localhost capture failed)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71D53-AC36-4FCD-BF60-3D91AC1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DC223-D375-491B-AD10-D486252C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21243-1623-456C-9449-B278DDD6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QR / Tunnel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7F244-FD93-4F30-A30D-97BFBE7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같은 Wi‑Fi가 아니어도 접속 가능한 URL을 우선 노출한다.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F5126-9950-4B83-B1CB-16CEDD16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BD44C-A690-4361-B519-90F56586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AF1A0-F3DE-4370-8015-ECFCD50D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Game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42FB5-7E0C-4463-BEF9-3161CD72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상점 → 게임 시작 → 리셋 흐름을 호스트가 제어한다.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DEDEE-073A-4EDA-A6DB-8C5C546B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B4D3F-E2DE-40D3-A543-6935316D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8D2A1-C039-4C97-BBA6-DB326AB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Live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E3A4F-EDC0-4788-96D4-137FB61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플레이어 생존, 위치, 입력 방향을 관찰하며 발표한다.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35EB5-CFA6-4FB2-A587-6BA536CF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 화면은 발표자의 “조종석”이다. 관객은 모바일, 시연자는 Host, 실제 전장은 Unreal이 담당한다.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3D3AE-D951-44BF-9522-0F1A325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0675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7FC7C-952D-49A6-9458-DC35196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06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8818D-D266-4E6B-93A9-50C6896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SHOWDOWN LIVE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4E538-23CD-471B-86D6-4E86BB7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287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Host Dashboard schematic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14970-88AE-45C5-8408-E993B86A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43050"/>
            <a:ext cx="5905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A2DCE-6483-46A3-93B9-5DFF647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81150"/>
            <a:ext cx="5143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93699-530D-4287-95A0-B4C4EDB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76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Lobby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65D3D-FD7F-49F6-8CF5-B80BD40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43050"/>
            <a:ext cx="5905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4A60F-1D3C-4E3B-BA41-1C21D2BC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143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ALIVE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624E23-60DF-42B3-9066-54E38CE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EEAD4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EAD4"/>
                </a:solidFill>
                <a:latin typeface="Malgun Gothic"/>
                <a:ea typeface="Malgun Gothic"/>
                <a:cs typeface="Malgun Gothic"/>
              </a:rPr>
              <a:t>0/0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60B6AA-300D-4E46-884B-F0A78CCF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43050"/>
            <a:ext cx="5905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FC985-83A9-44DA-879A-CB655C1C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81150"/>
            <a:ext cx="5143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PLAYERS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66B8C8-D612-4E77-B9B8-8D3FF34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76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58A082-EB03-436F-B5A5-1E83630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190750" cy="28956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83540D-1A94-4DB1-857E-E8E73DB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관객 접속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529C4C-EB64-44AA-84A0-D8B709BF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1524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0358A7-6C14-4683-A539-5A29B1CA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AC76AD-E763-4858-B2B7-C2AFD53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687240-145C-417D-B8A3-52E17CD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2CD342-5CD4-4732-ACD9-A69B48E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6B37BA-911A-41A7-A053-EB793BBC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12DE34-973B-40A7-A077-FA38F08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D9F904-D60A-482A-ADDE-CC59A911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D394C4-D7C6-4012-BF8B-A2EA934F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0C76D7-01BC-4A82-9E96-5EAE0A35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5DBC2C-4B61-42CF-AD39-B32EACCA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2D1971-AB93-4BDC-B070-8310EA06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26434B-2FBB-4790-97CB-B3A7838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BAD228-327A-4B65-827C-811438AF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0E6897-FA33-40E7-91D1-C494C99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790D7C-12CC-4E4D-9928-B66F525A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37C251-F225-45DC-9FCA-88D3D8B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9BCA87-EAA0-459B-9AC0-A65B8991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5F0363-4115-4860-BA3F-23CA302C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E3F40B-4652-4A6C-8914-5AAE4559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A2B57E-A31A-4856-9C9C-B8A7E9E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61B6C3-D970-4DBF-B5B7-8B3E9F8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419027-931E-4B04-8229-06A7D398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52900"/>
            <a:ext cx="1638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369A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369A1"/>
                </a:solidFill>
                <a:latin typeface="Malgun Gothic"/>
                <a:ea typeface="Malgun Gothic"/>
                <a:cs typeface="Malgun Gothic"/>
              </a:rPr>
              <a:t>https://*.trycloudflare.com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94CE9A-FBA0-4CBE-925A-16AA396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148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모바일은 QR/URL로 참가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14D153-8FDA-449F-A665-8111583D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000250" cy="28956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574087-A97F-4A45-B97C-936E65E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게임 제어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84D898-DBC0-4657-922F-A2EE746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1504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2182C4-7436-4CC4-83FE-E5817B83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Open Shop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1D8B5D-40C1-4D0B-AFB1-6ECAE43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1504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783B7D-8BA8-4ABB-8A17-B2B1C812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Start Game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D4E530-B8CA-4978-8BBE-EB7D4F8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1504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2BBD28-235C-43A2-935B-C69B5FA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8296EF-64AC-43A5-BE2E-F2D36F13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4AE1A7-A4F8-45AD-9FDB-49EFB4E3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Playing 상태가 오면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Unreal Battle Royale 시작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C9239B-1710-4737-BA3C-F7F5A59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1809750" cy="28956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16E9B8-138C-4894-8E5E-CF5B3213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43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Live State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CDDCD5-BDA1-46D2-B744-EFD71B43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428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D9C9EF-A3BA-416F-B1E8-0C3FD95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000125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E16559-B6B6-48FE-9B5A-557DEB7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7D5DDD-3DC8-45A9-8DAE-88FE2A3B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0A8EA9-15B7-45EB-B9A5-18992AF6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2D Preview / Minimap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AFE151D-59D8-4770-A141-688EEDB4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0530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7C911F-C780-43E3-B9AD-DFD9B3CE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386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HP / Alive / Input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822902-7E41-46DB-8FD5-576F1D0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AC9AF9-FB5E-4AA8-8262-0869255E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9053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8BFA5-DD60-4980-B54F-8BC0EE9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PRESENTATION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2BE98-4072-4AFC-85C0-B2C9CB39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발표 순서 그대로 읽어도 되는 데모 플로우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43F2-B94C-47A9-815B-AF077BE1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40BB-59C8-4604-B037-1EBC804B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159A8-AA01-4FA2-8B33-5323FFC9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E7DD1-CEDA-4300-9738-4FAA83BD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413E8-3D63-4BA8-977B-2FF62F27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9D9DD-813E-497F-9472-E2725579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240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host.html을 열고 QR/공개 URL을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C7F3B-8424-4E45-948A-0F462DE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74D80-A5EE-4801-97F0-3D5A4BA7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2. 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39CB6-BC07-40BB-9928-F2B34922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9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스마트폰으로 접속해 닉네임을 입력한다.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9E1D2-D4DE-40CA-80FF-1849B979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750FD-9887-4D58-BF99-EA7F19E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3. 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1F194-0A38-44EF-943B-6DE4D46F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Host에서 게임 시작을 누르고 Unreal 화면으로 전환한다.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34D65-55E1-4201-9FC8-B4A9C289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E89A2-6298-454C-A8CE-D7C371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97181-147E-49FF-9F3C-FC87D9CA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814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모바일 조이스틱을 움직여 캐릭터가 따라 움직이는지 보여준다.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86804-83F4-4386-806A-99B14604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8F53F-E09C-42BB-BE26-F6147AC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5. 전장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B451D-5A0A-4E99-8387-84EADBB3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672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안전지대 축소, 보급품, HP/생존 상태 변화를 보여준다.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5FAEC-1928-4EF1-AA4F-CAEB9503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DF7CF-045B-441E-B4B2-FF3B8372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6. 메시지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5287A-B9FC-4049-ADAF-1BA30EF4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530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“위치 전송이 아니라 입력 의도 전송이라 안정적”이라고 설명한다.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0844D-E85F-49ED-A1BD-00AF5CB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57850"/>
            <a:ext cx="3524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8D45D-8295-4A3C-A42C-69FDD73E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150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 ColorBlock in demo narrative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065C6-66E9-44FB-8573-14B2916B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AEE8C-2A89-4C62-B5ED-6440D17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0134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91283-2FAC-432B-94BB-9FF22F58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D1F49-80BF-494A-AE0F-6E8361F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현재 완성된 것과 남은 리스크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EFB7A-6B57-4572-8E00-35B8D31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D8A6E-A78B-49FA-ACA6-A8CBDFB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MiMi Battle Royale | 발표용 기술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8BD42-A0F6-46C6-A31A-5B82018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CFFC9-E78A-4909-BF35-9633AAD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F18CC-0B97-4578-8183-BA3464BC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8160A-9C94-4F21-BF2C-3B8D6E1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완성된 발표 가치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62928-524F-40C6-BDE1-24E0FC92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14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모바일 접속, Host Dashboard, 입력 스트리밍, Unreal 캐릭터 매핑, Battle Royale 안전지대/보급품/존 데미지 흐름을 하나의 시연으로 묶을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26321-5A1B-4BF6-94E5-FBE91CD3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049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169B4-C4D9-4ADD-B948-AA45106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59E03-16C9-441A-8766-42AC58F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76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발표 전 점검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9D058-1CEE-4DE1-858C-5D93604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57400"/>
            <a:ext cx="2914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브랜치/빌드 산출물 정리, 시작 스크립트 확인, 서버와 Unreal의 같은 포트/URL 확인, 모바일 네트워크 터널 확인이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B9734-B91E-4995-B2BA-8E51D48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D845C-C4F5-4EB8-BB39-2829F690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A0B05-7246-4AF3-99D4-C4EFAF8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다음 확장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94CAA-82F5-404F-88FB-F6218B1A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914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shared 프로토콜 이름으로 완전 통일, 입력 schema 검증 강화, spectator UI 정리, emote/VFX trigger를 Battle Royale 이벤트와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0C971-A03B-40C2-BE27-9BEFA1F5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53050"/>
            <a:ext cx="1017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우선순위: 더 많은 기능보다 “한 번에 성공하는 Battle Royale 데모”를 만든다.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5B538-E3F8-4025-BFBD-3BA885F7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26E60-380D-4D40-8AC8-85BBDCD5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97312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39596-0679-4C56-9ABC-7745BCB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A"/>
          </a:solidFill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B9722-A6B5-4733-A8E8-F3B8243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BB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3E3C9-9018-4B45-813E-F63B370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EEAD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EEAD4"/>
                </a:solidFill>
                <a:latin typeface="Malgun Gothic"/>
                <a:ea typeface="Malgun Gothic"/>
                <a:cs typeface="Malgun Gothic"/>
              </a:rPr>
              <a:t>MiMi의 핵심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5BED5-E96D-4FF4-AB54-727C0435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7239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관객을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플레이어로 바꾸는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Battle Royale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A8C0B-DBC3-48F5-AACC-E090EC4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9FFF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9FFF9"/>
                </a:solidFill>
                <a:latin typeface="Malgun Gothic"/>
                <a:ea typeface="Malgun Gothic"/>
                <a:cs typeface="Malgun Gothic"/>
              </a:rPr>
              <a:t>모바일 입력은 작고 빠르게, Unreal 시뮬레이션은 권위 있게, Host Dashboard는 발표자가 이해하기 쉽게.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2EAD9-73EC-42C6-8D85-7907ADBB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BBF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BBF24"/>
                </a:solidFill>
                <a:latin typeface="Malgun Gothic"/>
                <a:ea typeface="Malgun Gothic"/>
                <a:cs typeface="Malgun Gothic"/>
              </a:rPr>
              <a:t>Demo promise: QR로 들어온 사람이 바로 전장에서 움직인다.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B9060-A842-41EF-8B14-2793408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74B23-D14F-4643-83EC-8E1BE042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744A6-1F1A-4392-88E6-F752FDF5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4687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2026-06-18T14:51:51.5370000Z</dcterms:created>
  <dcterms:modified xsi:type="dcterms:W3CDTF">2026-06-18T14:51:51.5370000Z</dcterms:modified>
</coreProperties>
</file>